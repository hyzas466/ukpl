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2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9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06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4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0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5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1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23C5396-31E7-4AB3-A355-1B25BD5CD4A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3E332ED-82C2-4D11-919C-4E9FC49F1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2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PROJECT UKPL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 </a:t>
            </a:r>
            <a:r>
              <a:rPr lang="en-US" dirty="0" err="1" smtClean="0"/>
              <a:t>kasus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55600" indent="-355600" algn="just">
              <a:buNone/>
            </a:pPr>
            <a:r>
              <a:rPr lang="en-US" sz="2400" dirty="0" smtClean="0"/>
              <a:t>1. </a:t>
            </a:r>
            <a:r>
              <a:rPr lang="en-US" sz="2400" dirty="0" err="1" smtClean="0"/>
              <a:t>Setiap</a:t>
            </a:r>
            <a:r>
              <a:rPr lang="en-US" sz="2400" dirty="0" smtClean="0"/>
              <a:t> </a:t>
            </a:r>
            <a:r>
              <a:rPr lang="en-US" sz="2400" dirty="0" err="1" smtClean="0"/>
              <a:t>kelompok</a:t>
            </a:r>
            <a:r>
              <a:rPr lang="en-US" sz="2400" dirty="0" smtClean="0"/>
              <a:t> </a:t>
            </a:r>
            <a:r>
              <a:rPr lang="en-US" sz="2400" dirty="0" err="1" smtClean="0"/>
              <a:t>bebas</a:t>
            </a:r>
            <a:r>
              <a:rPr lang="en-US" sz="2400" dirty="0" smtClean="0"/>
              <a:t>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tema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(</a:t>
            </a:r>
            <a:r>
              <a:rPr lang="en-US" sz="2400" i="1" dirty="0"/>
              <a:t>Web</a:t>
            </a:r>
            <a:r>
              <a:rPr lang="en-US" sz="2400" dirty="0"/>
              <a:t>/</a:t>
            </a:r>
            <a:r>
              <a:rPr lang="en-US" sz="2400" i="1" dirty="0"/>
              <a:t>Mobile</a:t>
            </a:r>
            <a:r>
              <a:rPr lang="en-US" sz="2400" dirty="0"/>
              <a:t>/</a:t>
            </a:r>
            <a:r>
              <a:rPr lang="en-US" sz="2400" dirty="0" err="1"/>
              <a:t>IoT</a:t>
            </a:r>
            <a:r>
              <a:rPr lang="en-US" sz="2400" dirty="0"/>
              <a:t>), </a:t>
            </a:r>
            <a:r>
              <a:rPr lang="en-US" sz="2400" dirty="0" err="1"/>
              <a:t>namun</a:t>
            </a:r>
            <a:r>
              <a:rPr lang="en-US" sz="2400" dirty="0"/>
              <a:t> </a:t>
            </a:r>
            <a:r>
              <a:rPr lang="en-US" sz="2400" dirty="0" err="1"/>
              <a:t>wajib</a:t>
            </a:r>
            <a:r>
              <a:rPr lang="en-US" sz="2400" dirty="0"/>
              <a:t> </a:t>
            </a:r>
            <a:r>
              <a:rPr lang="en-US" sz="2400" dirty="0" err="1"/>
              <a:t>memenuhi</a:t>
            </a:r>
            <a:r>
              <a:rPr lang="en-US" sz="2400" dirty="0"/>
              <a:t> </a:t>
            </a:r>
            <a:r>
              <a:rPr lang="en-US" sz="2400" dirty="0" err="1" smtClean="0"/>
              <a:t>syarat</a:t>
            </a:r>
            <a:r>
              <a:rPr lang="en-US" sz="2400" dirty="0"/>
              <a:t> </a:t>
            </a:r>
            <a:r>
              <a:rPr lang="en-US" sz="2400" dirty="0" err="1" smtClean="0"/>
              <a:t>sebagai</a:t>
            </a:r>
            <a:r>
              <a:rPr lang="en-US" sz="2400" dirty="0" smtClean="0"/>
              <a:t> </a:t>
            </a:r>
            <a:r>
              <a:rPr lang="en-US" sz="2400" dirty="0" err="1" smtClean="0"/>
              <a:t>berikut</a:t>
            </a:r>
            <a:r>
              <a:rPr lang="en-US" sz="2400" dirty="0" smtClean="0"/>
              <a:t>:</a:t>
            </a:r>
          </a:p>
          <a:p>
            <a:pPr marL="722313" indent="-366713" algn="just">
              <a:buFont typeface="Wingdings" panose="05000000000000000000" pitchFamily="2" charset="2"/>
              <a:buChar char="ü"/>
            </a:pPr>
            <a:r>
              <a:rPr lang="en-US" sz="2400" dirty="0" err="1"/>
              <a:t>Modul</a:t>
            </a:r>
            <a:r>
              <a:rPr lang="en-US" sz="2400" dirty="0"/>
              <a:t> yang </a:t>
            </a:r>
            <a:r>
              <a:rPr lang="en-US" sz="2400" dirty="0" err="1"/>
              <a:t>dipilih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fatal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gagal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dirty="0" err="1"/>
              <a:t>contoh</a:t>
            </a:r>
            <a:r>
              <a:rPr lang="en-US" sz="2400" dirty="0"/>
              <a:t>: </a:t>
            </a:r>
            <a:r>
              <a:rPr lang="en-US" sz="2400" dirty="0" smtClean="0"/>
              <a:t>proses </a:t>
            </a:r>
            <a:r>
              <a:rPr lang="en-US" sz="2400" dirty="0" err="1" smtClean="0"/>
              <a:t>transaksi</a:t>
            </a:r>
            <a:r>
              <a:rPr lang="en-US" sz="2400" dirty="0"/>
              <a:t>, </a:t>
            </a:r>
            <a:r>
              <a:rPr lang="en-US" sz="2400" dirty="0" err="1"/>
              <a:t>perhitungan</a:t>
            </a:r>
            <a:r>
              <a:rPr lang="en-US" sz="2400" dirty="0"/>
              <a:t> </a:t>
            </a:r>
            <a:r>
              <a:rPr lang="en-US" sz="2400" dirty="0" err="1"/>
              <a:t>dosis</a:t>
            </a:r>
            <a:r>
              <a:rPr lang="en-US" sz="2400" dirty="0"/>
              <a:t>, </a:t>
            </a:r>
            <a:r>
              <a:rPr lang="en-US" sz="2400" dirty="0" err="1"/>
              <a:t>validasi</a:t>
            </a:r>
            <a:r>
              <a:rPr lang="en-US" sz="2400" dirty="0"/>
              <a:t> data, </a:t>
            </a:r>
            <a:r>
              <a:rPr lang="en-US" sz="2400" dirty="0" err="1"/>
              <a:t>navigasi</a:t>
            </a:r>
            <a:r>
              <a:rPr lang="en-US" sz="2400" dirty="0"/>
              <a:t> sensor, </a:t>
            </a:r>
            <a:r>
              <a:rPr lang="en-US" sz="2400" dirty="0" err="1"/>
              <a:t>dll</a:t>
            </a:r>
            <a:r>
              <a:rPr lang="en-US" sz="2400" dirty="0"/>
              <a:t>).  </a:t>
            </a:r>
          </a:p>
          <a:p>
            <a:pPr marL="722313" indent="-366713" algn="just">
              <a:buFont typeface="Wingdings" panose="05000000000000000000" pitchFamily="2" charset="2"/>
              <a:buChar char="ü"/>
            </a:pP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percabangan</a:t>
            </a:r>
            <a:r>
              <a:rPr lang="en-US" sz="2400" dirty="0"/>
              <a:t> (</a:t>
            </a:r>
            <a:r>
              <a:rPr lang="en-US" sz="2400" i="1" dirty="0"/>
              <a:t>if</a:t>
            </a:r>
            <a:r>
              <a:rPr lang="en-US" sz="2400" dirty="0"/>
              <a:t>/</a:t>
            </a:r>
            <a:r>
              <a:rPr lang="en-US" sz="2400" i="1" dirty="0"/>
              <a:t>else</a:t>
            </a:r>
            <a:r>
              <a:rPr lang="en-US" sz="2400" dirty="0"/>
              <a:t>)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perulangan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analisis</a:t>
            </a:r>
            <a:r>
              <a:rPr lang="en-US" sz="2400" dirty="0"/>
              <a:t> </a:t>
            </a:r>
            <a:r>
              <a:rPr lang="en-US" sz="2400" dirty="0" err="1"/>
              <a:t>struktur</a:t>
            </a:r>
            <a:r>
              <a:rPr lang="en-US" sz="2400" dirty="0"/>
              <a:t>.</a:t>
            </a:r>
          </a:p>
          <a:p>
            <a:pPr marL="722313" indent="-366713" algn="just">
              <a:buFont typeface="Wingdings" panose="05000000000000000000" pitchFamily="2" charset="2"/>
              <a:buChar char="ü"/>
            </a:pPr>
            <a:r>
              <a:rPr lang="en-US" sz="2400" dirty="0" err="1"/>
              <a:t>Bebas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bahasa</a:t>
            </a:r>
            <a:r>
              <a:rPr lang="en-US" sz="2400" dirty="0"/>
              <a:t> </a:t>
            </a:r>
            <a:r>
              <a:rPr lang="en-US" sz="2400" dirty="0" err="1"/>
              <a:t>pemrograman</a:t>
            </a:r>
            <a:r>
              <a:rPr lang="en-US" sz="2400" dirty="0"/>
              <a:t> </a:t>
            </a:r>
            <a:r>
              <a:rPr lang="en-US" sz="2400" dirty="0" err="1"/>
              <a:t>apa</a:t>
            </a:r>
            <a:r>
              <a:rPr lang="en-US" sz="2400" dirty="0"/>
              <a:t> </a:t>
            </a:r>
            <a:r>
              <a:rPr lang="en-US" sz="2400" dirty="0" err="1"/>
              <a:t>saja</a:t>
            </a:r>
            <a:r>
              <a:rPr lang="en-US" sz="2400" dirty="0" smtClean="0"/>
              <a:t>.</a:t>
            </a:r>
          </a:p>
          <a:p>
            <a:pPr marL="355600" indent="-355600" algn="just">
              <a:buNone/>
            </a:pPr>
            <a:r>
              <a:rPr lang="en-US" sz="2400" dirty="0" smtClean="0"/>
              <a:t>2.  </a:t>
            </a:r>
            <a:r>
              <a:rPr lang="en-US" sz="2400" dirty="0" err="1" smtClean="0"/>
              <a:t>Setiap</a:t>
            </a:r>
            <a:r>
              <a:rPr lang="en-US" sz="2400" dirty="0" smtClean="0"/>
              <a:t> </a:t>
            </a:r>
            <a:r>
              <a:rPr lang="en-US" sz="2400" dirty="0" err="1"/>
              <a:t>kelompok</a:t>
            </a:r>
            <a:r>
              <a:rPr lang="en-US" sz="2400" dirty="0"/>
              <a:t>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tema</a:t>
            </a:r>
            <a:r>
              <a:rPr lang="en-US" sz="2400" dirty="0"/>
              <a:t> </a:t>
            </a:r>
            <a:r>
              <a:rPr lang="en-US" sz="2400" dirty="0" smtClean="0"/>
              <a:t>yang </a:t>
            </a:r>
            <a:r>
              <a:rPr lang="en-US" sz="2400" dirty="0" err="1" smtClean="0"/>
              <a:t>berbeda-beda</a:t>
            </a:r>
            <a:r>
              <a:rPr lang="en-US" sz="2400" dirty="0"/>
              <a:t>. </a:t>
            </a:r>
          </a:p>
          <a:p>
            <a:pPr marL="0" indent="0" algn="just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3550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 </a:t>
            </a:r>
            <a:r>
              <a:rPr lang="en-US" dirty="0" err="1" smtClean="0"/>
              <a:t>pengerjaan</a:t>
            </a:r>
            <a:r>
              <a:rPr lang="en-US" dirty="0" smtClean="0"/>
              <a:t> </a:t>
            </a:r>
            <a:r>
              <a:rPr lang="en-US" dirty="0" err="1" smtClean="0"/>
              <a:t>whitebox</a:t>
            </a:r>
            <a:r>
              <a:rPr lang="en-US" dirty="0" smtClean="0"/>
              <a:t>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sv-SE" sz="3200" dirty="0" smtClean="0"/>
              <a:t>Gambarkan </a:t>
            </a:r>
            <a:r>
              <a:rPr lang="sv-SE" sz="3200" dirty="0"/>
              <a:t>grafik aliran logika dari fungsi utama yang dipilih</a:t>
            </a:r>
            <a:r>
              <a:rPr lang="sv-SE" sz="3200" dirty="0" smtClean="0"/>
              <a:t>.</a:t>
            </a:r>
          </a:p>
          <a:p>
            <a:pPr marL="457200" indent="-457200" algn="just">
              <a:buAutoNum type="arabicPeriod"/>
            </a:pPr>
            <a:r>
              <a:rPr lang="en-US" sz="3200" dirty="0" err="1"/>
              <a:t>Hitung</a:t>
            </a:r>
            <a:r>
              <a:rPr lang="en-US" sz="3200" dirty="0"/>
              <a:t> </a:t>
            </a:r>
            <a:r>
              <a:rPr lang="en-US" sz="3200" dirty="0" err="1"/>
              <a:t>kompleksitas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</a:t>
            </a:r>
            <a:r>
              <a:rPr lang="en-US" sz="3200" dirty="0" err="1" smtClean="0"/>
              <a:t>rumus</a:t>
            </a:r>
            <a:r>
              <a:rPr lang="en-US" sz="3200" dirty="0" smtClean="0"/>
              <a:t> </a:t>
            </a:r>
            <a:r>
              <a:rPr lang="en-US" sz="3200" i="1" dirty="0" err="1" smtClean="0"/>
              <a:t>Cyclomatic</a:t>
            </a:r>
            <a:r>
              <a:rPr lang="en-US" sz="3200" i="1" dirty="0" smtClean="0"/>
              <a:t> </a:t>
            </a:r>
            <a:r>
              <a:rPr lang="en-US" sz="3200" i="1" dirty="0"/>
              <a:t>Complexity </a:t>
            </a:r>
            <a:r>
              <a:rPr lang="en-US" sz="3200" dirty="0" smtClean="0"/>
              <a:t>(V(G)).</a:t>
            </a:r>
          </a:p>
          <a:p>
            <a:pPr marL="457200" indent="-457200" algn="just">
              <a:buAutoNum type="arabicPeriod"/>
            </a:pPr>
            <a:r>
              <a:rPr lang="en-US" sz="3200" dirty="0" err="1"/>
              <a:t>Uji</a:t>
            </a:r>
            <a:r>
              <a:rPr lang="en-US" sz="3200" dirty="0"/>
              <a:t> </a:t>
            </a:r>
            <a:r>
              <a:rPr lang="en-US" sz="3200" dirty="0" err="1"/>
              <a:t>setiap</a:t>
            </a:r>
            <a:r>
              <a:rPr lang="en-US" sz="3200" dirty="0"/>
              <a:t> </a:t>
            </a:r>
            <a:r>
              <a:rPr lang="en-US" sz="3200" dirty="0" err="1"/>
              <a:t>jalur</a:t>
            </a:r>
            <a:r>
              <a:rPr lang="en-US" sz="3200" dirty="0"/>
              <a:t> </a:t>
            </a:r>
            <a:r>
              <a:rPr lang="en-US" sz="3200" dirty="0" err="1"/>
              <a:t>logika</a:t>
            </a:r>
            <a:r>
              <a:rPr lang="en-US" sz="3200" dirty="0"/>
              <a:t> yang </a:t>
            </a:r>
            <a:r>
              <a:rPr lang="en-US" sz="3200" dirty="0" err="1"/>
              <a:t>mungkin</a:t>
            </a:r>
            <a:r>
              <a:rPr lang="en-US" sz="3200" dirty="0"/>
              <a:t> </a:t>
            </a:r>
            <a:r>
              <a:rPr lang="en-US" sz="3200" dirty="0" err="1"/>
              <a:t>terjadi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memastikan</a:t>
            </a:r>
            <a:r>
              <a:rPr lang="en-US" sz="3200" dirty="0"/>
              <a:t> 100% </a:t>
            </a:r>
            <a:r>
              <a:rPr lang="en-US" sz="3200" i="1" dirty="0"/>
              <a:t>code coverage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modul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88640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 </a:t>
            </a:r>
            <a:r>
              <a:rPr lang="en-US" dirty="0" err="1" smtClean="0"/>
              <a:t>pengerjaan</a:t>
            </a:r>
            <a:r>
              <a:rPr lang="en-US" dirty="0" smtClean="0"/>
              <a:t> </a:t>
            </a:r>
            <a:r>
              <a:rPr lang="en-US" dirty="0" err="1" smtClean="0"/>
              <a:t>blackbox</a:t>
            </a:r>
            <a:r>
              <a:rPr lang="en-US" dirty="0" smtClean="0"/>
              <a:t>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en-US" sz="3200" dirty="0" err="1"/>
              <a:t>Uji</a:t>
            </a:r>
            <a:r>
              <a:rPr lang="en-US" sz="3200" dirty="0"/>
              <a:t> </a:t>
            </a:r>
            <a:r>
              <a:rPr lang="en-US" sz="3200" dirty="0" err="1"/>
              <a:t>sistem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</a:t>
            </a:r>
            <a:r>
              <a:rPr lang="en-US" sz="3200" dirty="0" err="1"/>
              <a:t>nilai</a:t>
            </a:r>
            <a:r>
              <a:rPr lang="en-US" sz="3200" dirty="0"/>
              <a:t> </a:t>
            </a:r>
            <a:r>
              <a:rPr lang="en-US" sz="3200" dirty="0" err="1"/>
              <a:t>batas</a:t>
            </a:r>
            <a:r>
              <a:rPr lang="en-US" sz="3200" dirty="0"/>
              <a:t> </a:t>
            </a:r>
            <a:r>
              <a:rPr lang="en-US" sz="3200" dirty="0" err="1"/>
              <a:t>bawah</a:t>
            </a:r>
            <a:r>
              <a:rPr lang="en-US" sz="3200" dirty="0"/>
              <a:t>, </a:t>
            </a:r>
            <a:r>
              <a:rPr lang="en-US" sz="3200" dirty="0" err="1"/>
              <a:t>batas</a:t>
            </a:r>
            <a:r>
              <a:rPr lang="en-US" sz="3200" dirty="0"/>
              <a:t> </a:t>
            </a:r>
            <a:r>
              <a:rPr lang="en-US" sz="3200" dirty="0" err="1"/>
              <a:t>atas</a:t>
            </a:r>
            <a:r>
              <a:rPr lang="en-US" sz="3200" dirty="0"/>
              <a:t>,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nilai</a:t>
            </a:r>
            <a:r>
              <a:rPr lang="en-US" sz="3200" dirty="0"/>
              <a:t> </a:t>
            </a:r>
            <a:r>
              <a:rPr lang="en-US" sz="3200" dirty="0" err="1" smtClean="0"/>
              <a:t>ekstrem</a:t>
            </a:r>
            <a:r>
              <a:rPr lang="en-US" sz="3200" dirty="0"/>
              <a:t> </a:t>
            </a:r>
            <a:r>
              <a:rPr lang="en-US" sz="3200" dirty="0" smtClean="0"/>
              <a:t>(</a:t>
            </a:r>
            <a:r>
              <a:rPr lang="en-US" sz="3200" i="1" dirty="0" smtClean="0"/>
              <a:t>Boundary Value Analysis</a:t>
            </a:r>
            <a:r>
              <a:rPr lang="en-US" sz="3200" dirty="0" smtClean="0"/>
              <a:t>)</a:t>
            </a:r>
          </a:p>
          <a:p>
            <a:pPr marL="457200" indent="-457200" algn="just">
              <a:buAutoNum type="arabicPeriod"/>
            </a:pPr>
            <a:r>
              <a:rPr lang="en-US" sz="3200" dirty="0" err="1"/>
              <a:t>Rancang</a:t>
            </a:r>
            <a:r>
              <a:rPr lang="en-US" sz="3200" dirty="0"/>
              <a:t> </a:t>
            </a:r>
            <a:r>
              <a:rPr lang="en-US" sz="3200" dirty="0" err="1"/>
              <a:t>skenario</a:t>
            </a:r>
            <a:r>
              <a:rPr lang="en-US" sz="3200" dirty="0"/>
              <a:t> input </a:t>
            </a:r>
            <a:r>
              <a:rPr lang="en-US" sz="3200" dirty="0" smtClean="0"/>
              <a:t>yang </a:t>
            </a:r>
            <a:r>
              <a:rPr lang="en-US" sz="3200" dirty="0" err="1" smtClean="0"/>
              <a:t>tidak</a:t>
            </a:r>
            <a:r>
              <a:rPr lang="en-US" sz="3200" dirty="0" smtClean="0"/>
              <a:t> </a:t>
            </a:r>
            <a:r>
              <a:rPr lang="en-US" sz="3200" dirty="0" err="1"/>
              <a:t>lazim</a:t>
            </a:r>
            <a:r>
              <a:rPr lang="en-US" sz="3200" dirty="0"/>
              <a:t> yang </a:t>
            </a:r>
            <a:r>
              <a:rPr lang="en-US" sz="3200" dirty="0" err="1"/>
              <a:t>bertujuan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memunculkan</a:t>
            </a:r>
            <a:r>
              <a:rPr lang="en-US" sz="3200" dirty="0"/>
              <a:t> </a:t>
            </a:r>
            <a:r>
              <a:rPr lang="en-US" sz="3200" i="1" dirty="0"/>
              <a:t>error</a:t>
            </a:r>
            <a:r>
              <a:rPr lang="en-US" sz="3200" dirty="0"/>
              <a:t> yang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terduga</a:t>
            </a:r>
            <a:r>
              <a:rPr lang="en-US" sz="3200" dirty="0" smtClean="0"/>
              <a:t>.</a:t>
            </a:r>
          </a:p>
          <a:p>
            <a:pPr marL="457200" indent="-457200" algn="just">
              <a:buAutoNum type="arabicPeriod"/>
            </a:pPr>
            <a:r>
              <a:rPr lang="fi-FI" sz="3200" dirty="0" smtClean="0"/>
              <a:t>Kelompokkan input </a:t>
            </a:r>
            <a:r>
              <a:rPr lang="fi-FI" sz="3200" dirty="0"/>
              <a:t>untuk efisiensi </a:t>
            </a:r>
            <a:r>
              <a:rPr lang="fi-FI" sz="3200" i="1" dirty="0" smtClean="0"/>
              <a:t>test case</a:t>
            </a:r>
            <a:r>
              <a:rPr lang="fi-FI" sz="3200" dirty="0" smtClean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8402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 </a:t>
            </a:r>
            <a:r>
              <a:rPr lang="en-US" dirty="0" err="1" smtClean="0"/>
              <a:t>pengerjaan</a:t>
            </a:r>
            <a:r>
              <a:rPr lang="en-US" dirty="0" smtClean="0"/>
              <a:t> stress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en-US" sz="3200" dirty="0" err="1"/>
              <a:t>Berikan</a:t>
            </a:r>
            <a:r>
              <a:rPr lang="en-US" sz="3200" dirty="0"/>
              <a:t> </a:t>
            </a:r>
            <a:r>
              <a:rPr lang="en-US" sz="3200" dirty="0" err="1"/>
              <a:t>beban</a:t>
            </a:r>
            <a:r>
              <a:rPr lang="en-US" sz="3200" dirty="0"/>
              <a:t> input data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jumlah</a:t>
            </a:r>
            <a:r>
              <a:rPr lang="en-US" sz="3200" dirty="0"/>
              <a:t> </a:t>
            </a:r>
            <a:r>
              <a:rPr lang="en-US" sz="3200" dirty="0" err="1"/>
              <a:t>besar</a:t>
            </a:r>
            <a:r>
              <a:rPr lang="en-US" sz="3200" dirty="0"/>
              <a:t> </a:t>
            </a:r>
            <a:r>
              <a:rPr lang="en-US" sz="3200" dirty="0" err="1"/>
              <a:t>secara</a:t>
            </a:r>
            <a:r>
              <a:rPr lang="en-US" sz="3200" dirty="0"/>
              <a:t> </a:t>
            </a:r>
            <a:r>
              <a:rPr lang="en-US" sz="3200" dirty="0" err="1"/>
              <a:t>simultan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fitur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 smtClean="0"/>
              <a:t>.</a:t>
            </a:r>
          </a:p>
          <a:p>
            <a:pPr marL="457200" indent="-457200" algn="just">
              <a:buAutoNum type="arabicPeriod"/>
            </a:pPr>
            <a:r>
              <a:rPr lang="en-US" sz="3200" dirty="0" err="1"/>
              <a:t>Ukur</a:t>
            </a:r>
            <a:r>
              <a:rPr lang="en-US" sz="3200" dirty="0"/>
              <a:t> </a:t>
            </a:r>
            <a:r>
              <a:rPr lang="en-US" sz="3200" dirty="0" err="1"/>
              <a:t>kecepatan</a:t>
            </a:r>
            <a:r>
              <a:rPr lang="en-US" sz="3200" dirty="0"/>
              <a:t> </a:t>
            </a:r>
            <a:r>
              <a:rPr lang="en-US" sz="3200" dirty="0" err="1"/>
              <a:t>respon</a:t>
            </a:r>
            <a:r>
              <a:rPr lang="en-US" sz="3200" dirty="0"/>
              <a:t> </a:t>
            </a:r>
            <a:r>
              <a:rPr lang="en-US" sz="3200" dirty="0" err="1"/>
              <a:t>sistem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</a:t>
            </a:r>
            <a:r>
              <a:rPr lang="en-US" sz="3200" dirty="0" err="1"/>
              <a:t>beban</a:t>
            </a:r>
            <a:r>
              <a:rPr lang="en-US" sz="3200" dirty="0"/>
              <a:t> </a:t>
            </a:r>
            <a:r>
              <a:rPr lang="en-US" sz="3200" dirty="0" err="1"/>
              <a:t>meningkat</a:t>
            </a:r>
            <a:r>
              <a:rPr lang="en-US" sz="3200" dirty="0" smtClean="0"/>
              <a:t>.</a:t>
            </a:r>
          </a:p>
          <a:p>
            <a:pPr marL="457200" indent="-457200" algn="just">
              <a:buAutoNum type="arabicPeriod"/>
            </a:pPr>
            <a:r>
              <a:rPr lang="en-US" sz="3200" dirty="0" err="1"/>
              <a:t>Tentukan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titik</a:t>
            </a:r>
            <a:r>
              <a:rPr lang="en-US" sz="3200" dirty="0"/>
              <a:t> mana </a:t>
            </a:r>
            <a:r>
              <a:rPr lang="en-US" sz="3200" dirty="0" err="1"/>
              <a:t>fitur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mengalami</a:t>
            </a:r>
            <a:r>
              <a:rPr lang="en-US" sz="3200" dirty="0"/>
              <a:t> </a:t>
            </a:r>
            <a:r>
              <a:rPr lang="en-US" sz="3200" dirty="0" err="1"/>
              <a:t>kegagalan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i="1" dirty="0"/>
              <a:t>crash</a:t>
            </a:r>
            <a:r>
              <a:rPr lang="en-US" sz="3200" dirty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40317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 </a:t>
            </a:r>
            <a:r>
              <a:rPr lang="en-US" dirty="0" err="1" smtClean="0"/>
              <a:t>dokumentasi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en-US" sz="3200" dirty="0" err="1" smtClean="0"/>
              <a:t>Buat</a:t>
            </a:r>
            <a:r>
              <a:rPr lang="en-US" sz="3200" dirty="0" smtClean="0"/>
              <a:t> </a:t>
            </a:r>
            <a:r>
              <a:rPr lang="en-US" sz="3200" dirty="0" err="1" smtClean="0"/>
              <a:t>tabel</a:t>
            </a:r>
            <a:r>
              <a:rPr lang="en-US" sz="3200" dirty="0"/>
              <a:t> </a:t>
            </a:r>
            <a:r>
              <a:rPr lang="en-US" sz="3200" i="1" dirty="0"/>
              <a:t>Requirement Traceability Matrix </a:t>
            </a:r>
            <a:r>
              <a:rPr lang="en-US" sz="3200" dirty="0"/>
              <a:t>(RTM</a:t>
            </a:r>
            <a:r>
              <a:rPr lang="en-US" sz="3200" dirty="0" smtClean="0"/>
              <a:t>) </a:t>
            </a:r>
            <a:r>
              <a:rPr lang="en-US" sz="3200" dirty="0" err="1" smtClean="0"/>
              <a:t>untuk</a:t>
            </a:r>
            <a:r>
              <a:rPr lang="en-US" sz="3200" dirty="0"/>
              <a:t> </a:t>
            </a:r>
            <a:r>
              <a:rPr lang="en-US" sz="3200" dirty="0" err="1"/>
              <a:t>menghubungkan</a:t>
            </a:r>
            <a:r>
              <a:rPr lang="en-US" sz="3200" dirty="0"/>
              <a:t> </a:t>
            </a:r>
            <a:r>
              <a:rPr lang="en-US" sz="3200" dirty="0" err="1"/>
              <a:t>kebutuhan</a:t>
            </a:r>
            <a:r>
              <a:rPr lang="en-US" sz="3200" dirty="0"/>
              <a:t> </a:t>
            </a:r>
            <a:r>
              <a:rPr lang="en-US" sz="3200" dirty="0" err="1"/>
              <a:t>fitur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kasus</a:t>
            </a:r>
            <a:r>
              <a:rPr lang="en-US" sz="3200" dirty="0"/>
              <a:t> </a:t>
            </a:r>
            <a:r>
              <a:rPr lang="en-US" sz="3200" dirty="0" err="1"/>
              <a:t>uji</a:t>
            </a:r>
            <a:r>
              <a:rPr lang="en-US" sz="3200" dirty="0"/>
              <a:t> yang </a:t>
            </a:r>
            <a:r>
              <a:rPr lang="en-US" sz="3200" dirty="0" err="1"/>
              <a:t>dijalankan</a:t>
            </a:r>
            <a:r>
              <a:rPr lang="en-US" sz="3200" dirty="0" smtClean="0"/>
              <a:t>.</a:t>
            </a:r>
          </a:p>
          <a:p>
            <a:pPr marL="457200" indent="-457200" algn="just">
              <a:buAutoNum type="arabicPeriod"/>
            </a:pPr>
            <a:r>
              <a:rPr lang="en-US" sz="3200" dirty="0" err="1" smtClean="0"/>
              <a:t>Buat</a:t>
            </a:r>
            <a:r>
              <a:rPr lang="en-US" sz="3200" dirty="0" smtClean="0"/>
              <a:t> </a:t>
            </a:r>
            <a:r>
              <a:rPr lang="en-US" sz="3200" dirty="0"/>
              <a:t>Defect Management </a:t>
            </a:r>
            <a:r>
              <a:rPr lang="en-US" sz="3200" dirty="0" smtClean="0"/>
              <a:t>Log </a:t>
            </a:r>
            <a:r>
              <a:rPr lang="en-US" sz="3200" dirty="0" err="1" smtClean="0"/>
              <a:t>tentang</a:t>
            </a:r>
            <a:r>
              <a:rPr lang="en-US" sz="3200" dirty="0" smtClean="0"/>
              <a:t> </a:t>
            </a:r>
            <a:r>
              <a:rPr lang="en-US" sz="3200" dirty="0" err="1" smtClean="0"/>
              <a:t>bagaimana</a:t>
            </a:r>
            <a:r>
              <a:rPr lang="en-US" sz="3200" dirty="0"/>
              <a:t> </a:t>
            </a:r>
            <a:r>
              <a:rPr lang="en-US" sz="3200" dirty="0" err="1" smtClean="0"/>
              <a:t>tingkat</a:t>
            </a:r>
            <a:r>
              <a:rPr lang="en-US" sz="3200" dirty="0" smtClean="0"/>
              <a:t> </a:t>
            </a:r>
            <a:r>
              <a:rPr lang="en-US" sz="3200" dirty="0" err="1" smtClean="0"/>
              <a:t>kerusakan</a:t>
            </a:r>
            <a:r>
              <a:rPr lang="en-US" sz="3200" dirty="0" smtClean="0"/>
              <a:t> yang </a:t>
            </a:r>
            <a:r>
              <a:rPr lang="en-US" sz="3200" dirty="0" err="1" smtClean="0"/>
              <a:t>terjadi</a:t>
            </a:r>
            <a:r>
              <a:rPr lang="en-US" sz="3200" dirty="0" smtClean="0"/>
              <a:t>, </a:t>
            </a:r>
            <a:r>
              <a:rPr lang="en-US" sz="3200" i="1" dirty="0" smtClean="0"/>
              <a:t>priority</a:t>
            </a:r>
            <a:r>
              <a:rPr lang="en-US" sz="3200" dirty="0"/>
              <a:t>, </a:t>
            </a:r>
            <a:r>
              <a:rPr lang="en-US" sz="3200" dirty="0" err="1"/>
              <a:t>dan</a:t>
            </a:r>
            <a:r>
              <a:rPr lang="en-US" sz="3200" dirty="0"/>
              <a:t> status </a:t>
            </a:r>
            <a:r>
              <a:rPr lang="en-US" sz="3200" dirty="0" err="1"/>
              <a:t>perbaikan</a:t>
            </a:r>
            <a:r>
              <a:rPr lang="en-US" sz="3200" dirty="0" smtClean="0"/>
              <a:t>.</a:t>
            </a:r>
          </a:p>
          <a:p>
            <a:pPr marL="0" indent="0" algn="just">
              <a:buNone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21710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 </a:t>
            </a:r>
            <a:r>
              <a:rPr lang="en-US" dirty="0" err="1" smtClean="0"/>
              <a:t>pengumpulan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 err="1"/>
              <a:t>Buat</a:t>
            </a:r>
            <a:r>
              <a:rPr lang="en-US" sz="2800" b="1" dirty="0"/>
              <a:t> video </a:t>
            </a:r>
            <a:r>
              <a:rPr lang="en-US" sz="2800" b="1" dirty="0" err="1"/>
              <a:t>penjelasan</a:t>
            </a:r>
            <a:r>
              <a:rPr lang="en-US" sz="2800" b="1" dirty="0"/>
              <a:t> project </a:t>
            </a:r>
            <a:r>
              <a:rPr lang="en-US" sz="2800" b="1" dirty="0" err="1" smtClean="0"/>
              <a:t>dan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dokumentasi</a:t>
            </a:r>
            <a:r>
              <a:rPr lang="en-US" sz="2800" b="1" dirty="0" smtClean="0"/>
              <a:t> </a:t>
            </a:r>
            <a:r>
              <a:rPr lang="en-US" sz="2800" dirty="0" err="1" smtClean="0"/>
              <a:t>berdurasi</a:t>
            </a:r>
            <a:r>
              <a:rPr lang="en-US" sz="2800" dirty="0" smtClean="0"/>
              <a:t> 10-15 </a:t>
            </a:r>
            <a:r>
              <a:rPr lang="en-US" sz="2800" dirty="0" err="1"/>
              <a:t>menit</a:t>
            </a:r>
            <a:r>
              <a:rPr lang="en-US" sz="2800" dirty="0"/>
              <a:t> yang </a:t>
            </a:r>
            <a:r>
              <a:rPr lang="en-US" sz="2800" dirty="0" err="1"/>
              <a:t>diunggah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Youtube</a:t>
            </a:r>
            <a:r>
              <a:rPr lang="en-US" sz="2800" dirty="0"/>
              <a:t>/</a:t>
            </a:r>
            <a:r>
              <a:rPr lang="en-US" sz="2800" dirty="0" err="1"/>
              <a:t>Gdrive</a:t>
            </a:r>
            <a:r>
              <a:rPr lang="en-US" sz="2800" dirty="0"/>
              <a:t>, </a:t>
            </a:r>
            <a:r>
              <a:rPr lang="en-US" sz="2800" dirty="0" err="1"/>
              <a:t>pengumpulan</a:t>
            </a:r>
            <a:r>
              <a:rPr lang="en-US" sz="2800" dirty="0"/>
              <a:t> link di </a:t>
            </a:r>
            <a:r>
              <a:rPr lang="en-US" sz="2800" dirty="0" err="1"/>
              <a:t>Spada</a:t>
            </a:r>
            <a:r>
              <a:rPr lang="en-US" sz="2800" dirty="0"/>
              <a:t> </a:t>
            </a:r>
            <a:r>
              <a:rPr lang="en-US" sz="2800" dirty="0" err="1"/>
              <a:t>maksimal</a:t>
            </a:r>
            <a:r>
              <a:rPr lang="en-US" sz="2800" dirty="0"/>
              <a:t> di </a:t>
            </a:r>
            <a:r>
              <a:rPr lang="en-US" sz="2800" b="1" dirty="0" err="1"/>
              <a:t>minggu</a:t>
            </a:r>
            <a:r>
              <a:rPr lang="en-US" sz="2800" b="1" dirty="0"/>
              <a:t> ke-13</a:t>
            </a:r>
            <a:r>
              <a:rPr lang="en-US" sz="2800" dirty="0"/>
              <a:t>.</a:t>
            </a:r>
          </a:p>
          <a:p>
            <a:pPr algn="just"/>
            <a:r>
              <a:rPr lang="en-US" sz="2800" b="1" dirty="0" err="1"/>
              <a:t>Presentasi</a:t>
            </a:r>
            <a:r>
              <a:rPr lang="en-US" sz="2800" b="1" dirty="0"/>
              <a:t> </a:t>
            </a:r>
            <a:r>
              <a:rPr lang="en-US" sz="2800" b="1" dirty="0" err="1"/>
              <a:t>singkat</a:t>
            </a:r>
            <a:r>
              <a:rPr lang="en-US" sz="2800" b="1" dirty="0"/>
              <a:t> </a:t>
            </a:r>
            <a:r>
              <a:rPr lang="en-US" sz="2800" b="1" dirty="0" err="1"/>
              <a:t>dan</a:t>
            </a:r>
            <a:r>
              <a:rPr lang="en-US" sz="2800" b="1" dirty="0"/>
              <a:t> </a:t>
            </a:r>
            <a:r>
              <a:rPr lang="en-US" sz="2800" b="1" dirty="0" err="1"/>
              <a:t>tanya</a:t>
            </a:r>
            <a:r>
              <a:rPr lang="en-US" sz="2800" b="1" dirty="0"/>
              <a:t> </a:t>
            </a:r>
            <a:r>
              <a:rPr lang="en-US" sz="2800" b="1" dirty="0" err="1"/>
              <a:t>jawab</a:t>
            </a:r>
            <a:r>
              <a:rPr lang="en-US" sz="2800" b="1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di </a:t>
            </a:r>
            <a:r>
              <a:rPr lang="en-US" sz="2800" b="1" dirty="0" err="1"/>
              <a:t>minggu</a:t>
            </a:r>
            <a:r>
              <a:rPr lang="en-US" sz="2800" b="1" dirty="0"/>
              <a:t> ke-14 </a:t>
            </a:r>
            <a:r>
              <a:rPr lang="en-US" sz="2800" b="1" dirty="0" err="1"/>
              <a:t>dan</a:t>
            </a:r>
            <a:r>
              <a:rPr lang="en-US" sz="2800" b="1" dirty="0"/>
              <a:t> 15 </a:t>
            </a:r>
            <a:r>
              <a:rPr lang="en-US" sz="2800" dirty="0"/>
              <a:t>yang </a:t>
            </a:r>
            <a:r>
              <a:rPr lang="en-US" sz="2800" dirty="0" err="1"/>
              <a:t>mewajibkan</a:t>
            </a:r>
            <a:r>
              <a:rPr lang="en-US" sz="2800" dirty="0"/>
              <a:t> </a:t>
            </a:r>
            <a:r>
              <a:rPr lang="en-US" sz="2800" dirty="0" err="1"/>
              <a:t>seluruh</a:t>
            </a:r>
            <a:r>
              <a:rPr lang="en-US" sz="2800" dirty="0"/>
              <a:t> </a:t>
            </a:r>
            <a:r>
              <a:rPr lang="en-US" sz="2800" dirty="0" err="1"/>
              <a:t>anggota</a:t>
            </a:r>
            <a:r>
              <a:rPr lang="en-US" sz="2800" dirty="0"/>
              <a:t> </a:t>
            </a:r>
            <a:r>
              <a:rPr lang="en-US" sz="2800" dirty="0" err="1"/>
              <a:t>kelompok</a:t>
            </a:r>
            <a:r>
              <a:rPr lang="en-US" sz="2800" dirty="0"/>
              <a:t> </a:t>
            </a:r>
            <a:r>
              <a:rPr lang="en-US" sz="2800" dirty="0" err="1"/>
              <a:t>hadir</a:t>
            </a:r>
            <a:r>
              <a:rPr lang="en-US" sz="2800" dirty="0"/>
              <a:t>.</a:t>
            </a:r>
          </a:p>
          <a:p>
            <a:pPr algn="just"/>
            <a:r>
              <a:rPr lang="en-US" sz="2800" b="1" dirty="0" err="1"/>
              <a:t>Laporan</a:t>
            </a:r>
            <a:r>
              <a:rPr lang="en-US" sz="2800" b="1" dirty="0"/>
              <a:t> project </a:t>
            </a:r>
            <a:r>
              <a:rPr lang="en-US" sz="2800" dirty="0" err="1"/>
              <a:t>dikumpulkan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seluruh</a:t>
            </a:r>
            <a:r>
              <a:rPr lang="en-US" sz="2800" dirty="0"/>
              <a:t> </a:t>
            </a:r>
            <a:r>
              <a:rPr lang="en-US" sz="2800" dirty="0" err="1"/>
              <a:t>anggota</a:t>
            </a:r>
            <a:r>
              <a:rPr lang="en-US" sz="2800" dirty="0"/>
              <a:t> </a:t>
            </a:r>
            <a:r>
              <a:rPr lang="en-US" sz="2800" dirty="0" err="1"/>
              <a:t>kelompok</a:t>
            </a:r>
            <a:r>
              <a:rPr lang="en-US" sz="2800" dirty="0"/>
              <a:t> di </a:t>
            </a:r>
            <a:r>
              <a:rPr lang="en-US" sz="2800" dirty="0" err="1"/>
              <a:t>Spada</a:t>
            </a:r>
            <a:r>
              <a:rPr lang="en-US" sz="2800" dirty="0"/>
              <a:t>,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b="1" dirty="0" err="1"/>
              <a:t>minggu</a:t>
            </a:r>
            <a:r>
              <a:rPr lang="en-US" sz="2800" b="1" dirty="0"/>
              <a:t> ke-16 (</a:t>
            </a:r>
            <a:r>
              <a:rPr lang="en-US" sz="2800" b="1" dirty="0" err="1"/>
              <a:t>saat</a:t>
            </a:r>
            <a:r>
              <a:rPr lang="en-US" sz="2800" b="1" dirty="0"/>
              <a:t> UAS)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syarat</a:t>
            </a:r>
            <a:r>
              <a:rPr lang="en-US" sz="2800" dirty="0"/>
              <a:t> </a:t>
            </a:r>
            <a:r>
              <a:rPr lang="en-US" sz="2800" dirty="0" err="1"/>
              <a:t>mengikuti</a:t>
            </a:r>
            <a:r>
              <a:rPr lang="en-US" sz="2800" dirty="0"/>
              <a:t> UAS.</a:t>
            </a:r>
          </a:p>
          <a:p>
            <a:pPr marL="0" indent="0" algn="just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9872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Rubrik</a:t>
            </a:r>
            <a:r>
              <a:rPr lang="en-US" dirty="0" smtClean="0"/>
              <a:t> </a:t>
            </a:r>
            <a:r>
              <a:rPr lang="en-US" dirty="0" err="1" smtClean="0"/>
              <a:t>penilaian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>
            <a:noAutofit/>
          </a:bodyPr>
          <a:lstStyle/>
          <a:p>
            <a:pPr algn="just"/>
            <a:r>
              <a:rPr lang="en-US" sz="3200" dirty="0" err="1" smtClean="0"/>
              <a:t>Whitebox</a:t>
            </a:r>
            <a:r>
              <a:rPr lang="en-US" sz="3200" dirty="0" smtClean="0"/>
              <a:t> forensic (25%)</a:t>
            </a:r>
          </a:p>
          <a:p>
            <a:pPr algn="just"/>
            <a:r>
              <a:rPr lang="en-US" sz="3200" dirty="0" err="1" smtClean="0"/>
              <a:t>Blackbox</a:t>
            </a:r>
            <a:r>
              <a:rPr lang="en-US" sz="3200" dirty="0" smtClean="0"/>
              <a:t> experiment (25%)</a:t>
            </a:r>
          </a:p>
          <a:p>
            <a:pPr algn="just"/>
            <a:r>
              <a:rPr lang="en-US" sz="3200" dirty="0" smtClean="0"/>
              <a:t>Stress analysis (20%)</a:t>
            </a:r>
          </a:p>
          <a:p>
            <a:pPr algn="just"/>
            <a:r>
              <a:rPr lang="en-US" sz="3200" dirty="0" smtClean="0"/>
              <a:t>SQA Documentation (15%)</a:t>
            </a:r>
          </a:p>
          <a:p>
            <a:pPr algn="just"/>
            <a:r>
              <a:rPr lang="en-US" sz="3200" dirty="0" smtClean="0"/>
              <a:t>Demo video, </a:t>
            </a:r>
            <a:r>
              <a:rPr lang="en-US" sz="3200" dirty="0" err="1" smtClean="0"/>
              <a:t>QnA</a:t>
            </a:r>
            <a:r>
              <a:rPr lang="en-US" sz="3200" dirty="0" smtClean="0"/>
              <a:t> (15%)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8843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2859</TotalTime>
  <Words>281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Rockwell</vt:lpstr>
      <vt:lpstr>Rockwell Condensed</vt:lpstr>
      <vt:lpstr>Wingdings</vt:lpstr>
      <vt:lpstr>Wood Type</vt:lpstr>
      <vt:lpstr>PROJECT UKPL</vt:lpstr>
      <vt:lpstr>Detail kasus</vt:lpstr>
      <vt:lpstr>Detail pengerjaan whitebox testing</vt:lpstr>
      <vt:lpstr>Detail pengerjaan blackbox testing</vt:lpstr>
      <vt:lpstr>Detail pengerjaan stress testing</vt:lpstr>
      <vt:lpstr>Detail dokumentasi</vt:lpstr>
      <vt:lpstr>Detail pengumpulan</vt:lpstr>
      <vt:lpstr>Rubrik penilaian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UKPL</dc:title>
  <dc:creator>Aldila Putri Linanzha</dc:creator>
  <cp:lastModifiedBy>Aldila Putri Linanzha</cp:lastModifiedBy>
  <cp:revision>26</cp:revision>
  <dcterms:created xsi:type="dcterms:W3CDTF">2026-04-30T22:36:54Z</dcterms:created>
  <dcterms:modified xsi:type="dcterms:W3CDTF">2026-05-05T16:43:29Z</dcterms:modified>
</cp:coreProperties>
</file>